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0F5D-F639-920C-FD8E-34226F9D2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DD2D7-91FC-4060-1AC5-384CCB611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C155-D8A2-E883-9C55-249144EF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CB07C-FC18-0B7D-9883-12807634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217E-A8C6-4FA0-BA19-37C162A2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C0C8-36D4-93BC-659D-67C45BA4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DEFD1-BB25-5648-2ADF-6BBE5E57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13731-413A-98DE-BC13-36523289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A21E-ADE0-BE44-A686-6DB30BD3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65135-0027-2A92-5D79-6724D610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60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96EB-A69B-A9A4-E816-1969AE54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670-5AEE-7237-39C5-3A1458838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1DF9E-56C6-4576-00CE-FA7C3B1B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9A80-EB75-E222-7C03-D29F01D6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7B9AA-C57C-A080-FCCA-82F05177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47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90C5-FAE8-8D98-CD05-765D5DC1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1E02-3702-3055-284B-A663B9DEA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E9C77-D71C-BF55-93B8-781B95915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2ED3E-B091-DE94-C1E9-7B6AD52B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485D1-1109-47AD-F9CC-BB9B3028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A70F0-6737-779C-4564-11F9508C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70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A64C-8921-2AAB-199F-BB42D391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1EEF4-88E3-A10B-EEF9-1BC42049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B48EC-8C78-2603-66AB-F634C97CB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9AF58-D8AD-AD6F-3C85-C29D356AF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39362-4271-73A3-2EF5-4E7DEDD9E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80620-5348-B1FD-D862-F3887896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2E83F-A715-4BE3-D9CB-93256B5C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D5470-ECBC-AAD9-E41D-CB3EC7B8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59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1BD0-D85E-F059-09D8-75C7E9C0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9B077-17F9-A98D-854B-343F7833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E1824-91A0-5EFB-FC2F-D0E15B9D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7991F-0723-F58E-99AD-31C2C738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9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2C5F1-6780-2C44-DD58-6B75D806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2D784-882D-7EF4-095B-B2122744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3110C-799C-5E96-BB6D-0A46AA52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18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9ED2-12C2-87C3-3C55-294AC553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2A933-F640-D05B-F639-ED3C16B4F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66CA8-B942-6201-B940-62B5BAC73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98866-0BC6-A90B-CF71-4543427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66E3-FE26-D458-9623-A36FBE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BBF81-EC45-645E-12FA-D8C5DDFA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72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FCFD-1163-1CFE-1F05-6017A090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3386C-49C8-0A0B-9CC2-44469281B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975B2-F64A-FB90-5458-F7EEC57C6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2A3E5-7D4A-548D-F2B4-81F41771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01A6C-BD98-31F0-B15C-97E97047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A4881-C9AB-3860-70F4-5221F745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90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EF99-4481-7BE5-EE91-7E8A0574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8D2BA-EF80-A69D-9F63-9AE84FB80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E889-4B9C-676A-DD7E-B07E0987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5C82-5AE6-A551-C695-05537CD3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0761-BEA8-3FA0-DCEF-FE9E5269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6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B5BEB-497D-8849-12E2-D269067C3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D64D3-D1C2-228C-EE31-4863C905A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DBE7-9D43-3F49-DDFC-9C883350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B7D3B-67C8-3196-43A5-9BDA67E9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66A0-4032-B4EB-1142-3507ED50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57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B8C33-6123-CC7C-7725-E82DDD69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B7E9-208A-9DAE-CFF0-6C7D26A7E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478E3-5465-DB4B-86B6-BA475C453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DFB3D-69CE-4196-9544-30DA975B022F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1DAA0-6C8D-2304-7B94-84E5A26EE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64DC7-E650-9776-3E3C-0F9412985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ABC5E-08EE-407E-B58A-6EAC25ED7B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07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A8D481-B30C-FC40-3227-D2A6FB4C4177}"/>
              </a:ext>
            </a:extLst>
          </p:cNvPr>
          <p:cNvSpPr txBox="1"/>
          <p:nvPr/>
        </p:nvSpPr>
        <p:spPr>
          <a:xfrm>
            <a:off x="124989" y="243401"/>
            <a:ext cx="1011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/>
              <a:t>Scenario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03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0"/>
    </mc:Choice>
    <mc:Fallback xmlns="">
      <p:transition spd="slow" advTm="73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FCE456-AFF0-8918-CA0B-059A4C335C0C}"/>
              </a:ext>
            </a:extLst>
          </p:cNvPr>
          <p:cNvSpPr txBox="1"/>
          <p:nvPr/>
        </p:nvSpPr>
        <p:spPr>
          <a:xfrm>
            <a:off x="144724" y="118412"/>
            <a:ext cx="57758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Scenario:</a:t>
            </a:r>
          </a:p>
        </p:txBody>
      </p:sp>
    </p:spTree>
    <p:extLst>
      <p:ext uri="{BB962C8B-B14F-4D97-AF65-F5344CB8AC3E}">
        <p14:creationId xmlns:p14="http://schemas.microsoft.com/office/powerpoint/2010/main" val="124281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6"/>
    </mc:Choice>
    <mc:Fallback xmlns="">
      <p:transition spd="slow" advTm="2544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C30CF6-3BE2-B9F1-9EF8-57A51933EF5F}"/>
              </a:ext>
            </a:extLst>
          </p:cNvPr>
          <p:cNvSpPr txBox="1"/>
          <p:nvPr/>
        </p:nvSpPr>
        <p:spPr>
          <a:xfrm>
            <a:off x="124990" y="243401"/>
            <a:ext cx="33944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Scenario: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62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6"/>
    </mc:Choice>
    <mc:Fallback xmlns="">
      <p:transition spd="slow" advTm="696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B0188694158447AF997783128AE295" ma:contentTypeVersion="8" ma:contentTypeDescription="Create a new document." ma:contentTypeScope="" ma:versionID="deee377df72c0d3b8e8ff2e0e1f7f6a9">
  <xsd:schema xmlns:xsd="http://www.w3.org/2001/XMLSchema" xmlns:xs="http://www.w3.org/2001/XMLSchema" xmlns:p="http://schemas.microsoft.com/office/2006/metadata/properties" xmlns:ns2="b2db219c-7928-4632-afff-c8de46ebc608" targetNamespace="http://schemas.microsoft.com/office/2006/metadata/properties" ma:root="true" ma:fieldsID="2f436ef01d6f0a64662142d417e36012" ns2:_="">
    <xsd:import namespace="b2db219c-7928-4632-afff-c8de46ebc6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db219c-7928-4632-afff-c8de46ebc6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E5C55-BB53-41AC-A59B-A4F795C81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EA0158-16C0-4172-A8EF-8E2F5BE6FA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30FE6F-03B2-47B8-8602-AD20BD607E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db219c-7928-4632-afff-c8de46ebc6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Gepi-Attee, Kwesi</dc:creator>
  <cp:lastModifiedBy>Kwesi Gepi-Attee</cp:lastModifiedBy>
  <cp:revision>19</cp:revision>
  <dcterms:created xsi:type="dcterms:W3CDTF">2025-01-31T13:51:49Z</dcterms:created>
  <dcterms:modified xsi:type="dcterms:W3CDTF">2026-06-01T14:21:40Z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0x01010095B0188694158447AF997783128AE295</vt:lpwstr>
  </property>
</Properties>
</file>