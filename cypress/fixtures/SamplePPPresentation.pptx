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A6D4-39BF-B7AE-2FFB-90A67482C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1F94A-9E68-C4E0-56BB-F5AEC55DF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C0897-C34B-70B5-8B04-04F8259C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64136-69EB-BB76-6F6A-D14078F7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F0B3D-1F2D-AA09-8AA3-7447452E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06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10C0-7FD7-AB23-5A27-08E6FC34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FD4ED-57E5-02FE-0A19-2DCD72AEE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D1EE3-0B5A-8422-1070-A7D83C14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9DB6F-8F3A-28EF-597F-DAF73DB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CBE46-049E-7C07-648D-8ECAAD48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37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66FA-2870-7151-D8CD-344DD76D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C2651-5237-39BF-E28D-9C324675B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8F58D-E116-2206-3FD5-8179EE72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86CD4-163F-D997-FFC1-B5F34192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27701-3D6D-04A8-97D3-10674546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75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2C62-F457-255B-2965-551B426A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23B1-42C9-53E9-C0DC-681FB5DD0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76578-2FA7-5810-2A83-8F4EB383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8846E-4EF4-6B01-F726-702D6E71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25E12-5081-1277-0403-1AF88D8F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94159-9CC0-0013-35AC-44EBDD3C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082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D347-6BE9-20C3-7591-1C08584F7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A7E16-AE15-C9EA-6FAA-A28F6E045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4D8AF-3C73-0B58-F721-1BE0D718D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D1D63-2500-1DF5-8531-4537C0C2B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DA145-4C99-710B-43A4-FC046F87B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A7B4C-CA29-8A15-11ED-C290606B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091EC2-071B-26A4-DAB5-3EC64AB1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34097-5ED7-E925-559D-4970565A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99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BD04-69F8-56AA-0709-E010FA1F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86A25-C444-A836-E23C-3103BE14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8B31E-4F99-C1D6-E386-B3304413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7C018-A31A-414E-C183-0C7A4B68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49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4E1A8-E5E8-6097-C5DB-DDB6B0D0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4D68D-F97E-6A0C-0732-DA5D6807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8B8CD-2AD1-69CE-75C5-9D5A9F29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97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5EFC-5962-5463-FDAF-50EC91E71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4E1F7-B834-4984-6B79-CFC89C83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B24AE-0860-1CCA-F149-F13C8AA9B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2F6F2-C7AA-8A29-A509-15AB6B7DE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1944C-05DE-A29F-5916-77C224CE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277E2-85DE-D8DB-0E1D-9D5155E7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58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5861-F18C-1B16-ADB7-349F161A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A6279-2D08-3671-A9F2-CC71DFFF5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A5C2B-30BA-E75E-01FB-024677D5C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37568-B517-57D2-9A39-B50AF659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BCF8-AA7B-613C-C4D0-D67B54F6F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541AE-4BC2-CDD0-A6DF-B0CEB6C6A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83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36D8-5D4B-C220-ACCE-CB5F3C3D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E2720-BD1B-61ED-45C4-F46A4CC7C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CA26-305D-20B6-A827-3E179010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3B2E9-ED90-4C1F-BD9B-908E3383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0260-478F-6918-F73F-2C72A26E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10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42AD8-E746-6A3A-BAB4-B0FDA7AB0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25047-FBD1-DDFB-A679-52AAE4AE4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B3496-CAA1-79E8-0562-04F6481C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70A82-A9B8-B367-D429-149EE1CA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4A77A-1173-096F-A113-D8670E0C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04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8BB05-DC43-4A99-F4D4-3ADACA2A5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F6F38-8C48-F5E1-8CBC-0813B06BB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DD0CC-F2CA-B20C-7510-CFC41458E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0CAB8-A4F7-4F91-AB7F-8E30F8189ED4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5D7EF-0486-42D4-EF23-10E316652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3683-A84D-40B8-275A-799EAF307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5C586-DDBD-4D26-8A7C-3E192C80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84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A407-593A-5809-7BCB-45F007C80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Harry Potter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EA13F-9EE1-C021-89FC-CD4830FC8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 don’t know any Harry </a:t>
            </a:r>
            <a:r>
              <a:rPr lang="en-GB"/>
              <a:t>Potter spells</a:t>
            </a:r>
          </a:p>
        </p:txBody>
      </p:sp>
    </p:spTree>
    <p:extLst>
      <p:ext uri="{BB962C8B-B14F-4D97-AF65-F5344CB8AC3E}">
        <p14:creationId xmlns:p14="http://schemas.microsoft.com/office/powerpoint/2010/main" val="79112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Harry Potter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Kwesi Gepi-Attee</dc:creator>
  <cp:lastModifiedBy>Kwesi Gepi-Attee</cp:lastModifiedBy>
  <cp:revision>1</cp:revision>
  <dcterms:created xsi:type="dcterms:W3CDTF">2026-06-29T16:36:51Z</dcterms:created>
  <dcterms:modified xsi:type="dcterms:W3CDTF">2026-06-29T16:37:20Z</dcterms:modified>
</cp:coreProperties>
</file>